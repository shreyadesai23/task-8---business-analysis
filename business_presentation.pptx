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35C6E0-585B-43EA-86D8-32BA1F53EA9C}" v="30" dt="2026-03-12T17:56:34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i Kolage" userId="d6a73265698f0200" providerId="LiveId" clId="{AD34F375-7A65-4431-A208-9846810249C9}"/>
    <pc:docChg chg="undo custSel addSld modSld">
      <pc:chgData name="Siddhi Kolage" userId="d6a73265698f0200" providerId="LiveId" clId="{AD34F375-7A65-4431-A208-9846810249C9}" dt="2026-03-12T17:57:14.714" v="258" actId="20577"/>
      <pc:docMkLst>
        <pc:docMk/>
      </pc:docMkLst>
      <pc:sldChg chg="addSp delSp modSp new mod modClrScheme chgLayout">
        <pc:chgData name="Siddhi Kolage" userId="d6a73265698f0200" providerId="LiveId" clId="{AD34F375-7A65-4431-A208-9846810249C9}" dt="2026-03-11T18:21:42.028" v="8" actId="255"/>
        <pc:sldMkLst>
          <pc:docMk/>
          <pc:sldMk cId="1402318560" sldId="256"/>
        </pc:sldMkLst>
        <pc:spChg chg="del mod ord">
          <ac:chgData name="Siddhi Kolage" userId="d6a73265698f0200" providerId="LiveId" clId="{AD34F375-7A65-4431-A208-9846810249C9}" dt="2026-03-11T18:21:19.204" v="4" actId="700"/>
          <ac:spMkLst>
            <pc:docMk/>
            <pc:sldMk cId="1402318560" sldId="256"/>
            <ac:spMk id="2" creationId="{24D0EFA3-B10C-3DC2-7B06-BAEFF691F609}"/>
          </ac:spMkLst>
        </pc:spChg>
        <pc:spChg chg="del mod">
          <ac:chgData name="Siddhi Kolage" userId="d6a73265698f0200" providerId="LiveId" clId="{AD34F375-7A65-4431-A208-9846810249C9}" dt="2026-03-11T18:21:19.204" v="4" actId="700"/>
          <ac:spMkLst>
            <pc:docMk/>
            <pc:sldMk cId="1402318560" sldId="256"/>
            <ac:spMk id="3" creationId="{5C943892-CC26-0816-0D30-0A7E17975F68}"/>
          </ac:spMkLst>
        </pc:spChg>
        <pc:spChg chg="add mod ord">
          <ac:chgData name="Siddhi Kolage" userId="d6a73265698f0200" providerId="LiveId" clId="{AD34F375-7A65-4431-A208-9846810249C9}" dt="2026-03-11T18:21:42.028" v="8" actId="255"/>
          <ac:spMkLst>
            <pc:docMk/>
            <pc:sldMk cId="1402318560" sldId="256"/>
            <ac:spMk id="4" creationId="{CB47CD2D-68CA-0CD0-CAF0-0F5D9A9D9999}"/>
          </ac:spMkLst>
        </pc:spChg>
      </pc:sldChg>
      <pc:sldChg chg="addSp delSp modSp new mod modClrScheme chgLayout">
        <pc:chgData name="Siddhi Kolage" userId="d6a73265698f0200" providerId="LiveId" clId="{AD34F375-7A65-4431-A208-9846810249C9}" dt="2026-03-11T18:25:35.848" v="30" actId="2711"/>
        <pc:sldMkLst>
          <pc:docMk/>
          <pc:sldMk cId="2517145607" sldId="257"/>
        </pc:sldMkLst>
        <pc:spChg chg="del mod ord">
          <ac:chgData name="Siddhi Kolage" userId="d6a73265698f0200" providerId="LiveId" clId="{AD34F375-7A65-4431-A208-9846810249C9}" dt="2026-03-11T18:22:21.947" v="10" actId="700"/>
          <ac:spMkLst>
            <pc:docMk/>
            <pc:sldMk cId="2517145607" sldId="257"/>
            <ac:spMk id="2" creationId="{1940DE4A-CB6F-8370-32C0-B09B8008D4BE}"/>
          </ac:spMkLst>
        </pc:spChg>
        <pc:spChg chg="add del mod ord">
          <ac:chgData name="Siddhi Kolage" userId="d6a73265698f0200" providerId="LiveId" clId="{AD34F375-7A65-4431-A208-9846810249C9}" dt="2026-03-11T18:22:36.611" v="11" actId="700"/>
          <ac:spMkLst>
            <pc:docMk/>
            <pc:sldMk cId="2517145607" sldId="257"/>
            <ac:spMk id="3" creationId="{82002683-BE86-B855-96C8-08A78A402A44}"/>
          </ac:spMkLst>
        </pc:spChg>
        <pc:spChg chg="add del mod ord">
          <ac:chgData name="Siddhi Kolage" userId="d6a73265698f0200" providerId="LiveId" clId="{AD34F375-7A65-4431-A208-9846810249C9}" dt="2026-03-11T18:22:36.611" v="11" actId="700"/>
          <ac:spMkLst>
            <pc:docMk/>
            <pc:sldMk cId="2517145607" sldId="257"/>
            <ac:spMk id="4" creationId="{C0AC9577-8551-D980-791B-7C552BDDEF07}"/>
          </ac:spMkLst>
        </pc:spChg>
        <pc:spChg chg="add mod ord">
          <ac:chgData name="Siddhi Kolage" userId="d6a73265698f0200" providerId="LiveId" clId="{AD34F375-7A65-4431-A208-9846810249C9}" dt="2026-03-11T18:23:39.379" v="19" actId="2711"/>
          <ac:spMkLst>
            <pc:docMk/>
            <pc:sldMk cId="2517145607" sldId="257"/>
            <ac:spMk id="5" creationId="{714AC8E4-5D48-3BDF-3239-60E7FCE02018}"/>
          </ac:spMkLst>
        </pc:spChg>
        <pc:spChg chg="add mod ord">
          <ac:chgData name="Siddhi Kolage" userId="d6a73265698f0200" providerId="LiveId" clId="{AD34F375-7A65-4431-A208-9846810249C9}" dt="2026-03-11T18:25:35.848" v="30" actId="2711"/>
          <ac:spMkLst>
            <pc:docMk/>
            <pc:sldMk cId="2517145607" sldId="257"/>
            <ac:spMk id="6" creationId="{B90BD912-647A-1960-6F73-60E6DE7A4421}"/>
          </ac:spMkLst>
        </pc:spChg>
      </pc:sldChg>
      <pc:sldChg chg="modSp new mod">
        <pc:chgData name="Siddhi Kolage" userId="d6a73265698f0200" providerId="LiveId" clId="{AD34F375-7A65-4431-A208-9846810249C9}" dt="2026-03-11T18:29:13.199" v="61" actId="1076"/>
        <pc:sldMkLst>
          <pc:docMk/>
          <pc:sldMk cId="1582407263" sldId="258"/>
        </pc:sldMkLst>
        <pc:spChg chg="mod">
          <ac:chgData name="Siddhi Kolage" userId="d6a73265698f0200" providerId="LiveId" clId="{AD34F375-7A65-4431-A208-9846810249C9}" dt="2026-03-11T18:29:04.369" v="60" actId="1076"/>
          <ac:spMkLst>
            <pc:docMk/>
            <pc:sldMk cId="1582407263" sldId="258"/>
            <ac:spMk id="2" creationId="{DB7E3FD5-BBFD-4106-B00A-2B65F7BFAB2A}"/>
          </ac:spMkLst>
        </pc:spChg>
        <pc:spChg chg="mod">
          <ac:chgData name="Siddhi Kolage" userId="d6a73265698f0200" providerId="LiveId" clId="{AD34F375-7A65-4431-A208-9846810249C9}" dt="2026-03-11T18:29:13.199" v="61" actId="1076"/>
          <ac:spMkLst>
            <pc:docMk/>
            <pc:sldMk cId="1582407263" sldId="258"/>
            <ac:spMk id="3" creationId="{30CF8DB6-39F8-4F0B-D2F7-C84B403DA311}"/>
          </ac:spMkLst>
        </pc:spChg>
      </pc:sldChg>
      <pc:sldChg chg="modSp new mod">
        <pc:chgData name="Siddhi Kolage" userId="d6a73265698f0200" providerId="LiveId" clId="{AD34F375-7A65-4431-A208-9846810249C9}" dt="2026-03-11T18:32:34.062" v="102" actId="1076"/>
        <pc:sldMkLst>
          <pc:docMk/>
          <pc:sldMk cId="3160124754" sldId="259"/>
        </pc:sldMkLst>
        <pc:spChg chg="mod">
          <ac:chgData name="Siddhi Kolage" userId="d6a73265698f0200" providerId="LiveId" clId="{AD34F375-7A65-4431-A208-9846810249C9}" dt="2026-03-11T18:30:02.498" v="66" actId="14100"/>
          <ac:spMkLst>
            <pc:docMk/>
            <pc:sldMk cId="3160124754" sldId="259"/>
            <ac:spMk id="2" creationId="{88B88E89-C10A-EF06-0064-ACC03DF5518D}"/>
          </ac:spMkLst>
        </pc:spChg>
        <pc:spChg chg="mod">
          <ac:chgData name="Siddhi Kolage" userId="d6a73265698f0200" providerId="LiveId" clId="{AD34F375-7A65-4431-A208-9846810249C9}" dt="2026-03-11T18:32:34.062" v="102" actId="1076"/>
          <ac:spMkLst>
            <pc:docMk/>
            <pc:sldMk cId="3160124754" sldId="259"/>
            <ac:spMk id="3" creationId="{EB02FE3E-6379-45B2-6135-6804BBDBDD7A}"/>
          </ac:spMkLst>
        </pc:spChg>
      </pc:sldChg>
      <pc:sldChg chg="modSp new mod">
        <pc:chgData name="Siddhi Kolage" userId="d6a73265698f0200" providerId="LiveId" clId="{AD34F375-7A65-4431-A208-9846810249C9}" dt="2026-03-12T17:37:29.798" v="133" actId="2711"/>
        <pc:sldMkLst>
          <pc:docMk/>
          <pc:sldMk cId="3628587209" sldId="260"/>
        </pc:sldMkLst>
        <pc:spChg chg="mod">
          <ac:chgData name="Siddhi Kolage" userId="d6a73265698f0200" providerId="LiveId" clId="{AD34F375-7A65-4431-A208-9846810249C9}" dt="2026-03-11T18:33:10.310" v="108" actId="14100"/>
          <ac:spMkLst>
            <pc:docMk/>
            <pc:sldMk cId="3628587209" sldId="260"/>
            <ac:spMk id="2" creationId="{FB5191C3-33C4-287A-1A65-02E138350445}"/>
          </ac:spMkLst>
        </pc:spChg>
        <pc:spChg chg="mod">
          <ac:chgData name="Siddhi Kolage" userId="d6a73265698f0200" providerId="LiveId" clId="{AD34F375-7A65-4431-A208-9846810249C9}" dt="2026-03-12T17:37:29.798" v="133" actId="2711"/>
          <ac:spMkLst>
            <pc:docMk/>
            <pc:sldMk cId="3628587209" sldId="260"/>
            <ac:spMk id="3" creationId="{24A2C395-7E4C-9B45-6A91-6509A3D12D85}"/>
          </ac:spMkLst>
        </pc:spChg>
      </pc:sldChg>
      <pc:sldChg chg="addSp modSp new mod">
        <pc:chgData name="Siddhi Kolage" userId="d6a73265698f0200" providerId="LiveId" clId="{AD34F375-7A65-4431-A208-9846810249C9}" dt="2026-03-12T17:48:39.328" v="169" actId="2711"/>
        <pc:sldMkLst>
          <pc:docMk/>
          <pc:sldMk cId="1717421838" sldId="261"/>
        </pc:sldMkLst>
        <pc:spChg chg="mod">
          <ac:chgData name="Siddhi Kolage" userId="d6a73265698f0200" providerId="LiveId" clId="{AD34F375-7A65-4431-A208-9846810249C9}" dt="2026-03-12T17:38:49.624" v="141" actId="14100"/>
          <ac:spMkLst>
            <pc:docMk/>
            <pc:sldMk cId="1717421838" sldId="261"/>
            <ac:spMk id="2" creationId="{97073E1D-D5C5-0F88-C188-977B61EB676B}"/>
          </ac:spMkLst>
        </pc:spChg>
        <pc:spChg chg="mod">
          <ac:chgData name="Siddhi Kolage" userId="d6a73265698f0200" providerId="LiveId" clId="{AD34F375-7A65-4431-A208-9846810249C9}" dt="2026-03-12T17:48:39.328" v="169" actId="2711"/>
          <ac:spMkLst>
            <pc:docMk/>
            <pc:sldMk cId="1717421838" sldId="261"/>
            <ac:spMk id="3" creationId="{97AFF482-122A-3A68-EB1F-739FB27085C3}"/>
          </ac:spMkLst>
        </pc:spChg>
        <pc:picChg chg="add mod">
          <ac:chgData name="Siddhi Kolage" userId="d6a73265698f0200" providerId="LiveId" clId="{AD34F375-7A65-4431-A208-9846810249C9}" dt="2026-03-12T17:48:25.233" v="167" actId="1076"/>
          <ac:picMkLst>
            <pc:docMk/>
            <pc:sldMk cId="1717421838" sldId="261"/>
            <ac:picMk id="5" creationId="{8A3A6999-5E3D-73C1-C9FA-46313B6068DE}"/>
          </ac:picMkLst>
        </pc:picChg>
      </pc:sldChg>
      <pc:sldChg chg="addSp modSp new mod">
        <pc:chgData name="Siddhi Kolage" userId="d6a73265698f0200" providerId="LiveId" clId="{AD34F375-7A65-4431-A208-9846810249C9}" dt="2026-03-12T17:53:11.141" v="212" actId="14100"/>
        <pc:sldMkLst>
          <pc:docMk/>
          <pc:sldMk cId="3526127253" sldId="262"/>
        </pc:sldMkLst>
        <pc:spChg chg="mod">
          <ac:chgData name="Siddhi Kolage" userId="d6a73265698f0200" providerId="LiveId" clId="{AD34F375-7A65-4431-A208-9846810249C9}" dt="2026-03-12T17:49:23.953" v="175" actId="14100"/>
          <ac:spMkLst>
            <pc:docMk/>
            <pc:sldMk cId="3526127253" sldId="262"/>
            <ac:spMk id="2" creationId="{DE892578-31A2-D53F-F787-069EF375416A}"/>
          </ac:spMkLst>
        </pc:spChg>
        <pc:spChg chg="mod">
          <ac:chgData name="Siddhi Kolage" userId="d6a73265698f0200" providerId="LiveId" clId="{AD34F375-7A65-4431-A208-9846810249C9}" dt="2026-03-12T17:51:20.469" v="207" actId="2710"/>
          <ac:spMkLst>
            <pc:docMk/>
            <pc:sldMk cId="3526127253" sldId="262"/>
            <ac:spMk id="3" creationId="{38347084-122F-F019-E147-333C6B1D663A}"/>
          </ac:spMkLst>
        </pc:spChg>
        <pc:picChg chg="add mod">
          <ac:chgData name="Siddhi Kolage" userId="d6a73265698f0200" providerId="LiveId" clId="{AD34F375-7A65-4431-A208-9846810249C9}" dt="2026-03-12T17:53:11.141" v="212" actId="14100"/>
          <ac:picMkLst>
            <pc:docMk/>
            <pc:sldMk cId="3526127253" sldId="262"/>
            <ac:picMk id="5" creationId="{30DA06CF-FE86-0131-6D75-827B94901EC7}"/>
          </ac:picMkLst>
        </pc:picChg>
      </pc:sldChg>
      <pc:sldChg chg="modSp new mod">
        <pc:chgData name="Siddhi Kolage" userId="d6a73265698f0200" providerId="LiveId" clId="{AD34F375-7A65-4431-A208-9846810249C9}" dt="2026-03-12T17:55:00.137" v="229" actId="2710"/>
        <pc:sldMkLst>
          <pc:docMk/>
          <pc:sldMk cId="1489081574" sldId="263"/>
        </pc:sldMkLst>
        <pc:spChg chg="mod">
          <ac:chgData name="Siddhi Kolage" userId="d6a73265698f0200" providerId="LiveId" clId="{AD34F375-7A65-4431-A208-9846810249C9}" dt="2026-03-12T17:54:13.891" v="220" actId="113"/>
          <ac:spMkLst>
            <pc:docMk/>
            <pc:sldMk cId="1489081574" sldId="263"/>
            <ac:spMk id="2" creationId="{DC21EDEB-46B5-8FED-05FE-D3D1FEF0E69C}"/>
          </ac:spMkLst>
        </pc:spChg>
        <pc:spChg chg="mod">
          <ac:chgData name="Siddhi Kolage" userId="d6a73265698f0200" providerId="LiveId" clId="{AD34F375-7A65-4431-A208-9846810249C9}" dt="2026-03-12T17:55:00.137" v="229" actId="2710"/>
          <ac:spMkLst>
            <pc:docMk/>
            <pc:sldMk cId="1489081574" sldId="263"/>
            <ac:spMk id="3" creationId="{052D09E8-C28A-5099-2C4C-64BE78405902}"/>
          </ac:spMkLst>
        </pc:spChg>
      </pc:sldChg>
      <pc:sldChg chg="modSp new mod">
        <pc:chgData name="Siddhi Kolage" userId="d6a73265698f0200" providerId="LiveId" clId="{AD34F375-7A65-4431-A208-9846810249C9}" dt="2026-03-12T17:57:14.714" v="258" actId="20577"/>
        <pc:sldMkLst>
          <pc:docMk/>
          <pc:sldMk cId="192424928" sldId="264"/>
        </pc:sldMkLst>
        <pc:spChg chg="mod">
          <ac:chgData name="Siddhi Kolage" userId="d6a73265698f0200" providerId="LiveId" clId="{AD34F375-7A65-4431-A208-9846810249C9}" dt="2026-03-12T17:56:00.928" v="240" actId="122"/>
          <ac:spMkLst>
            <pc:docMk/>
            <pc:sldMk cId="192424928" sldId="264"/>
            <ac:spMk id="2" creationId="{BF368AAC-951D-35CA-7AFD-38CE2C10C0AF}"/>
          </ac:spMkLst>
        </pc:spChg>
        <pc:spChg chg="mod">
          <ac:chgData name="Siddhi Kolage" userId="d6a73265698f0200" providerId="LiveId" clId="{AD34F375-7A65-4431-A208-9846810249C9}" dt="2026-03-12T17:57:14.714" v="258" actId="20577"/>
          <ac:spMkLst>
            <pc:docMk/>
            <pc:sldMk cId="192424928" sldId="264"/>
            <ac:spMk id="3" creationId="{D97B6F28-289B-8D75-1888-33BC2AEFF8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97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415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30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91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60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13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3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32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4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6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101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349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387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1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25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2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3BC8107-D9C6-4FD5-96B2-E7B376F7B8E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1B44C-62A2-430A-8756-05E342B7A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183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47CD2D-68CA-0CD0-CAF0-0F5D9A9D9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231" y="2647278"/>
            <a:ext cx="9404723" cy="1400530"/>
          </a:xfrm>
        </p:spPr>
        <p:txBody>
          <a:bodyPr/>
          <a:lstStyle/>
          <a:p>
            <a:r>
              <a:rPr lang="en-IN" sz="4400" b="1" dirty="0"/>
              <a:t>Customer Churn Business Analysis 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402318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4AC8E4-5D48-3BDF-3239-60E7FCE02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835" y="655321"/>
            <a:ext cx="8825658" cy="919479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90BD912-647A-1960-6F73-60E6DE7A4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666240"/>
            <a:ext cx="8825658" cy="3972560"/>
          </a:xfrm>
        </p:spPr>
        <p:txBody>
          <a:bodyPr/>
          <a:lstStyle/>
          <a:p>
            <a: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a major challenge for telecom companies.</a:t>
            </a:r>
            <a:b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customers leave the service, companies lose recurring revenue and must spend more on acquiring new customers.</a:t>
            </a:r>
          </a:p>
          <a:p>
            <a: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issues: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switching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marketing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customer lifetime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14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3FD5-BBFD-4106-B00A-2B65F7BF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909320"/>
            <a:ext cx="9404723" cy="965200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F8DB6-39F8-4F0B-D2F7-C84B403DA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29" y="1092201"/>
            <a:ext cx="9404723" cy="4856479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Analyze telecom customer data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patterns influencing churn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Perform exploratory data analysis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Build a predictive churn model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 data-driven business recommendations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40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8E89-C10A-EF06-0064-ACC03DF5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5842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FE3E-6379-45B2-6135-6804BBDBD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1178560"/>
            <a:ext cx="9404723" cy="518159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Steps performed: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Checked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Verified data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Converted categorical data to numerical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Removed irrelevant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Prepared dataset for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Tools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00"/>
                </a:solidFill>
              </a:rPr>
              <a:t>NumPy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12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91C3-33C4-287A-1A65-02E13835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24242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C395-7E4C-9B45-6A91-6509A3D12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005840"/>
            <a:ext cx="9404723" cy="5242559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was conducted to understand customer behavior.</a:t>
            </a:r>
          </a:p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Distribution analysis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analysis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Comparative analysis</a:t>
            </a:r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 created: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distribution 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vs churn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Tenure distribution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comparisons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587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3E1D-D5C5-0F88-C188-977B61EB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34402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F482-122A-3A68-EB1F-739FB270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087120"/>
            <a:ext cx="9404723" cy="51612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of customers remain with the company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percentage of customers leave the service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 a potential revenue risk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A6999-5E3D-73C1-C9FA-46313B606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075" y="1175000"/>
            <a:ext cx="4937770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2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2578-31A2-D53F-F787-069EF375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44562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Influencing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47084-122F-F019-E147-333C6B1D6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" y="1097280"/>
            <a:ext cx="9480893" cy="515111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monthly charges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customer tenure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contracts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payment methods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 demographic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A06CF-FE86-0131-6D75-827B94901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479" y="1097280"/>
            <a:ext cx="6685281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2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EDEB-46B5-8FED-05FE-D3D1FEF0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05522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09E8-C28A-5099-2C4C-64BE7840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046480"/>
            <a:ext cx="9404723" cy="5201919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with higher monthly charges churn more frequently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with short tenure are more likely to leave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Month-to-month contract customers churn more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Certain demographics show higher churn patterns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8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8AAC-951D-35CA-7AFD-38CE2C10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75042"/>
          </a:xfrm>
        </p:spPr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6F28-289B-8D75-1888-33BC2AEFF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995680"/>
            <a:ext cx="9404723" cy="525271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data analytics and machine learning can help businesses understand customer behavior and reduce </a:t>
            </a:r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churn.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✔ Identified churn drivers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✔ Built predictive model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✔ Provided business recommendations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strategies help telecom companies improve retention and profitability.</a:t>
            </a:r>
          </a:p>
          <a:p>
            <a:pPr marL="0" indent="0">
              <a:buNone/>
            </a:pP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24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282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Times New Roman</vt:lpstr>
      <vt:lpstr>Wingdings</vt:lpstr>
      <vt:lpstr>Wingdings 3</vt:lpstr>
      <vt:lpstr>Ion</vt:lpstr>
      <vt:lpstr>Customer Churn Business Analysis </vt:lpstr>
      <vt:lpstr>Business Problem</vt:lpstr>
      <vt:lpstr>Project Objectives</vt:lpstr>
      <vt:lpstr>Data Preparation</vt:lpstr>
      <vt:lpstr>Exploratory Data Analysis</vt:lpstr>
      <vt:lpstr>Churn Distribution</vt:lpstr>
      <vt:lpstr>Key Factors Influencing Churn</vt:lpstr>
      <vt:lpstr>Key 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Siddhi Kolage</dc:creator>
  <cp:lastModifiedBy>Siddhi Kolage</cp:lastModifiedBy>
  <cp:revision>1</cp:revision>
  <dcterms:created xsi:type="dcterms:W3CDTF">2026-03-11T18:20:01Z</dcterms:created>
  <dcterms:modified xsi:type="dcterms:W3CDTF">2026-03-12T17:57:16Z</dcterms:modified>
</cp:coreProperties>
</file>